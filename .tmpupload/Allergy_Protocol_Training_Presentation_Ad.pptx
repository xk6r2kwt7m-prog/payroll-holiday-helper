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9385300" cy="7099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C68F22-4A58-5356-EE2C-AA5D0173EE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6963" cy="356198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l">
              <a:defRPr sz="1200"/>
            </a:lvl1pPr>
          </a:lstStyle>
          <a:p>
            <a:r>
              <a:rPr lang="en-GB"/>
              <a:t>Ugly Dumpling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7CB5A-1A4F-D2F7-50FE-D873F00FA6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316165" y="0"/>
            <a:ext cx="4066963" cy="356198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r">
              <a:defRPr sz="1200"/>
            </a:lvl1pPr>
          </a:lstStyle>
          <a:p>
            <a:fld id="{909A9256-86E7-412E-B231-A850955451BD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6F166-A28E-FD31-EE23-65213709E8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3103"/>
            <a:ext cx="4066963" cy="356197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C52F2-9651-CB52-0632-EA8C76C13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316165" y="6743103"/>
            <a:ext cx="4066963" cy="356197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r">
              <a:defRPr sz="1200"/>
            </a:lvl1pPr>
          </a:lstStyle>
          <a:p>
            <a:fld id="{29C8418C-90CD-45E3-9F55-9E56F2366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4742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6963" cy="356198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l">
              <a:defRPr sz="1200"/>
            </a:lvl1pPr>
          </a:lstStyle>
          <a:p>
            <a:r>
              <a:rPr lang="en-GB"/>
              <a:t>Ugly Dumpling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6165" y="0"/>
            <a:ext cx="4066963" cy="356198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r">
              <a:defRPr sz="1200"/>
            </a:lvl1pPr>
          </a:lstStyle>
          <a:p>
            <a:fld id="{E3D1A9DF-6AB3-4B7B-8FB5-47D4FD49F8E8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887413"/>
            <a:ext cx="3194050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192" tIns="47096" rIns="94192" bIns="47096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530" y="3416538"/>
            <a:ext cx="7508240" cy="2795350"/>
          </a:xfrm>
          <a:prstGeom prst="rect">
            <a:avLst/>
          </a:prstGeom>
        </p:spPr>
        <p:txBody>
          <a:bodyPr vert="horz" lIns="94192" tIns="47096" rIns="94192" bIns="4709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3103"/>
            <a:ext cx="4066963" cy="356197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6165" y="6743103"/>
            <a:ext cx="4066963" cy="356197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r">
              <a:defRPr sz="1200"/>
            </a:lvl1pPr>
          </a:lstStyle>
          <a:p>
            <a:fld id="{5F510D77-DC2D-4192-BF08-F739F6F91C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42295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64F1-23C9-4EC3-80AD-40E48E397A13}" type="datetime1">
              <a:rPr lang="en-US" smtClean="0"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8BD2F-2DA2-435B-974A-CDEA1A3936B3}" type="datetime1">
              <a:rPr lang="en-US" smtClean="0"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3A2E-7858-457B-B8B4-EB6DFA6CA6EF}" type="datetime1">
              <a:rPr lang="en-US" smtClean="0"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3AF4-BE94-40E8-BB6F-EE25883BF817}" type="datetime1">
              <a:rPr lang="en-US" smtClean="0"/>
              <a:t>8/18/2024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54C7C-0420-4080-9856-6D2107B667B5}" type="datetime1">
              <a:rPr lang="en-US" smtClean="0"/>
              <a:t>8/18/2024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DB1AD-524E-4DFC-A72D-DC4607C938DF}" type="datetime1">
              <a:rPr lang="en-US" smtClean="0"/>
              <a:t>8/18/2024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E60D3-70B4-493E-8DDA-920B4465CE4D}" type="datetime1">
              <a:rPr lang="en-US" smtClean="0"/>
              <a:t>8/18/2024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DDB8-4A88-440B-8542-2BC800F3C53A}" type="datetime1">
              <a:rPr lang="en-US" smtClean="0"/>
              <a:t>8/18/2024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1E17A-8068-4FA5-83B8-433B65ACB434}" type="datetime1">
              <a:rPr lang="en-US" smtClean="0"/>
              <a:t>8/18/2024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7051F-0F7F-4765-817C-22FF3E47F4BF}" type="datetime1">
              <a:rPr lang="en-US" smtClean="0"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7C947-E00B-4DA0-8DCA-96DE294CEC61}" type="datetime1">
              <a:rPr lang="en-US" smtClean="0"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6748F-4379-456F-8773-5E5C45C06126}" type="datetime1">
              <a:rPr lang="en-US" smtClean="0"/>
              <a:t>8/18/2024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Ugly Dumpling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Allergy Protocol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Ensuring Customer Safety and Compliance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85CFD5-9D3E-90C2-9948-2282C8F7AA2B}"/>
              </a:ext>
            </a:extLst>
          </p:cNvPr>
          <p:cNvSpPr txBox="1">
            <a:spLocks/>
          </p:cNvSpPr>
          <p:nvPr/>
        </p:nvSpPr>
        <p:spPr>
          <a:xfrm>
            <a:off x="685800" y="8096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chemeClr val="bg1">
                    <a:lumMod val="85000"/>
                  </a:schemeClr>
                </a:solidFill>
              </a:rPr>
              <a:t>Ugly Dumpling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AC972-ED7C-1616-7A9E-8D09661BA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Acknowledging Allergies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Listen Carefully</a:t>
            </a:r>
          </a:p>
          <a:p>
            <a:r>
              <a:rPr dirty="0"/>
              <a:t>If a customer mentions an allergy, pay full attention.</a:t>
            </a:r>
          </a:p>
          <a:p>
            <a:r>
              <a:rPr b="1" dirty="0"/>
              <a:t>Ask for Details</a:t>
            </a:r>
            <a:r>
              <a:rPr lang="en-US" b="1" dirty="0"/>
              <a:t> </a:t>
            </a:r>
            <a:endParaRPr b="1" dirty="0"/>
          </a:p>
          <a:p>
            <a:r>
              <a:rPr dirty="0"/>
              <a:t>Clarify which specific allergens they need to avoid.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90729-5201-F52B-B3BA-1CE0D1B2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Communicating Allergies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Inform All Staff</a:t>
            </a:r>
          </a:p>
          <a:p>
            <a:r>
              <a:rPr dirty="0"/>
              <a:t>Immediately notify all relevant staff, including the kitchen.</a:t>
            </a:r>
          </a:p>
          <a:p>
            <a:r>
              <a:rPr b="1" dirty="0"/>
              <a:t>Mark the Order</a:t>
            </a:r>
          </a:p>
          <a:p>
            <a:pPr marL="0" indent="0">
              <a:buNone/>
            </a:pPr>
            <a:r>
              <a:rPr lang="en-US" b="1" dirty="0"/>
              <a:t>- Draw a Cross: </a:t>
            </a:r>
            <a:r>
              <a:rPr lang="en-US" dirty="0"/>
              <a:t>on the order ticket, draw a bright-</a:t>
            </a:r>
            <a:r>
              <a:rPr lang="en-US" dirty="0" err="1"/>
              <a:t>coloured</a:t>
            </a:r>
            <a:r>
              <a:rPr lang="en-US" dirty="0"/>
              <a:t> cross to indicate allergy.</a:t>
            </a:r>
          </a:p>
          <a:p>
            <a:pPr marL="0" indent="0">
              <a:buNone/>
            </a:pPr>
            <a:r>
              <a:rPr lang="en-US" b="1" dirty="0"/>
              <a:t>- Use Bright </a:t>
            </a:r>
            <a:r>
              <a:rPr lang="en-US" b="1" dirty="0" err="1"/>
              <a:t>Colours</a:t>
            </a:r>
            <a:r>
              <a:rPr lang="en-US" b="1" dirty="0"/>
              <a:t>: </a:t>
            </a:r>
            <a:r>
              <a:rPr lang="en-US" dirty="0"/>
              <a:t>ensure cross is easily visible, preferably in bright </a:t>
            </a:r>
            <a:r>
              <a:rPr lang="en-US" dirty="0" err="1"/>
              <a:t>colour</a:t>
            </a:r>
            <a:r>
              <a:rPr lang="en-US" dirty="0"/>
              <a:t> like Pink.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E080B-C12B-C198-736F-609A9426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Kitchen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Double-Check</a:t>
            </a:r>
          </a:p>
          <a:p>
            <a:r>
              <a:rPr dirty="0"/>
              <a:t>Ensure the kitchen staff are aware of the allergy.</a:t>
            </a:r>
          </a:p>
          <a:p>
            <a:r>
              <a:rPr b="1" dirty="0"/>
              <a:t>Prevent Cross-Contamination</a:t>
            </a:r>
          </a:p>
          <a:p>
            <a:r>
              <a:rPr dirty="0"/>
              <a:t>Use clean utensils, surfaces, and cookware.</a:t>
            </a:r>
            <a:endParaRPr lang="en-US" dirty="0"/>
          </a:p>
          <a:p>
            <a:r>
              <a:rPr lang="en-GB" dirty="0"/>
              <a:t>Wash hands often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D6FFC-B926-0DEC-8B14-0F1EB3D5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Before Serving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Check the Dish</a:t>
            </a:r>
          </a:p>
          <a:p>
            <a:r>
              <a:rPr dirty="0"/>
              <a:t>Before bringing the dish to the customer, confirm no allergens are present.</a:t>
            </a:r>
          </a:p>
          <a:p>
            <a:r>
              <a:rPr lang="en-GB" b="1" dirty="0"/>
              <a:t>Verify with Kitchen</a:t>
            </a:r>
          </a:p>
          <a:p>
            <a:r>
              <a:rPr dirty="0"/>
              <a:t>Double-check with the kitchen that the dish is allergen-free.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AC2DF-56E5-03FB-8C14-52FB1C29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Serving the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Inform the Customer</a:t>
            </a:r>
          </a:p>
          <a:p>
            <a:r>
              <a:rPr dirty="0"/>
              <a:t>When serving, clearly state which dish is allergen-free.</a:t>
            </a:r>
          </a:p>
          <a:p>
            <a:r>
              <a:rPr b="1" dirty="0"/>
              <a:t>Be Cautious</a:t>
            </a:r>
          </a:p>
          <a:p>
            <a:r>
              <a:rPr dirty="0"/>
              <a:t>Avoid assumptions; always verify if unsure.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89E57-27B9-93CA-A366-B51DA5C89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Common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 dirty="0"/>
              <a:t>No Notes</a:t>
            </a:r>
            <a:r>
              <a:rPr lang="en-US" b="1" dirty="0"/>
              <a:t> or wrong notes</a:t>
            </a:r>
            <a:endParaRPr b="1" dirty="0"/>
          </a:p>
          <a:p>
            <a:r>
              <a:rPr dirty="0"/>
              <a:t>Never forget to mark</a:t>
            </a:r>
            <a:r>
              <a:rPr lang="en-US" dirty="0"/>
              <a:t> correctly the</a:t>
            </a:r>
            <a:r>
              <a:rPr dirty="0"/>
              <a:t> allergies on the order ticket.</a:t>
            </a:r>
          </a:p>
          <a:p>
            <a:r>
              <a:rPr b="1" dirty="0"/>
              <a:t>Miscommunication</a:t>
            </a:r>
          </a:p>
          <a:p>
            <a:r>
              <a:rPr dirty="0"/>
              <a:t>Ensure clear communication between front and back of house.</a:t>
            </a:r>
          </a:p>
          <a:p>
            <a:r>
              <a:rPr b="1" dirty="0"/>
              <a:t>Wrong Dish</a:t>
            </a:r>
          </a:p>
          <a:p>
            <a:r>
              <a:rPr dirty="0"/>
              <a:t>Double-check the dish before serving to avoid mistakes.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7F3DD-2D0A-BA8C-EF2A-18A0518F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Emergency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 Case of a Reaction</a:t>
            </a:r>
          </a:p>
          <a:p>
            <a:r>
              <a:rPr dirty="0"/>
              <a:t>Stay calm, inform management, and call emergency services if needed.</a:t>
            </a:r>
          </a:p>
          <a:p>
            <a:r>
              <a:rPr b="1" dirty="0"/>
              <a:t>Assist the Customer</a:t>
            </a:r>
          </a:p>
          <a:p>
            <a:r>
              <a:rPr dirty="0"/>
              <a:t>Follow any instructions provided by the customer, such as administering an EpiPen.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15FB1-FE11-4960-4611-CAC7965E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Always double-check</a:t>
            </a:r>
          </a:p>
          <a:p>
            <a:r>
              <a:rPr dirty="0"/>
              <a:t>When dealing with allergies.</a:t>
            </a:r>
          </a:p>
          <a:p>
            <a:r>
              <a:rPr b="1" dirty="0"/>
              <a:t>Communication is crucial</a:t>
            </a:r>
          </a:p>
          <a:p>
            <a:r>
              <a:rPr dirty="0"/>
              <a:t>Ensure everyone knows about the allergy.</a:t>
            </a:r>
          </a:p>
          <a:p>
            <a:r>
              <a:rPr b="1" dirty="0"/>
              <a:t>Safety first</a:t>
            </a:r>
          </a:p>
          <a:p>
            <a:r>
              <a:rPr dirty="0"/>
              <a:t>When in doubt, ask before proceeding.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F72F7-F926-9342-E220-327088E4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Ugly Dumpling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324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Allergy Protocol Training</vt:lpstr>
      <vt:lpstr>Step 1: Acknowledging Allergies</vt:lpstr>
      <vt:lpstr>Step 2: Communicating Allergies</vt:lpstr>
      <vt:lpstr>Step 3: Kitchen Procedures</vt:lpstr>
      <vt:lpstr>Step 4: Before Serving</vt:lpstr>
      <vt:lpstr>Step 5: Serving the Customer</vt:lpstr>
      <vt:lpstr>Step 6: Common Mistakes to Avoid</vt:lpstr>
      <vt:lpstr>Step 7: Emergency Procedures</vt:lpstr>
      <vt:lpstr>Key Reminders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Philipp Chaykin</dc:creator>
  <cp:keywords/>
  <dc:description>generated using python-pptx</dc:description>
  <cp:lastModifiedBy>Philipp Chaykin</cp:lastModifiedBy>
  <cp:revision>2</cp:revision>
  <cp:lastPrinted>2024-08-18T17:08:43Z</cp:lastPrinted>
  <dcterms:created xsi:type="dcterms:W3CDTF">2013-01-27T09:14:16Z</dcterms:created>
  <dcterms:modified xsi:type="dcterms:W3CDTF">2024-08-18T17:12:55Z</dcterms:modified>
  <cp:category/>
</cp:coreProperties>
</file>